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1: ORBIS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Intelligent Desktop Agent for Workspace Continuity</a:t>
            </a:r>
          </a:p>
          <a:p>
            <a:r>
              <a:t>Slide 2: Core Architecture</a:t>
            </a:r>
          </a:p>
          <a:p>
            <a:r>
              <a:t>- Passive Desktop Telemetry</a:t>
            </a:r>
          </a:p>
          <a:p>
            <a:r>
              <a:t>- Context DNA Reconstruction</a:t>
            </a:r>
          </a:p>
          <a:p>
            <a:r>
              <a:t>- Intent Continuity Engine</a:t>
            </a:r>
          </a:p>
          <a:p>
            <a:r>
              <a:t>Slide 3: Empirical Verification</a:t>
            </a:r>
          </a:p>
          <a:p>
            <a:r>
              <a:t>- 828 tests passing (100% offline suite)</a:t>
            </a:r>
          </a:p>
          <a:p>
            <a:r>
              <a:t>- Sub-1% observation CPU overhead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